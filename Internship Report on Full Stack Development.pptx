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94d10c51-2ecb-499b-9559-cc9a9f275795.fntdata" /><ns0:Relationship Id="rIdFont17" Type="http://schemas.openxmlformats.org/officeDocument/2006/relationships/font" Target="fonts/1ac2f513-ae66-4e13-90f5-76f93d94dd4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53075"/>
            <a:ext cx="109728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5530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609600"/>
            <a:ext cx="1524000" cy="152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990600"/>
            <a:ext cx="7620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8929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THIRANEX INTERNSHIP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95350"/>
            <a:ext cx="760095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Internship Report on Full Stack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791200"/>
            <a:ext cx="34885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Areeb Hasan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67425"/>
            <a:ext cx="3488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Roll No: 2410031705 · Batch 2024 – 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2431" y="5924550"/>
            <a:ext cx="3559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38BDF8"/>
                </a:solidFill>
                <a:latin typeface="Plus Jakarta Sans"/>
              </a:rPr>
              <a:t>School of 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2431" y="6096000"/>
            <a:ext cx="3559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94A3B8"/>
                </a:solidFill>
                <a:latin typeface="Plus Jakarta Sans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6525"/>
            <a:ext cx="53340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676525"/>
            <a:ext cx="53340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76525"/>
            <a:ext cx="38100" cy="1828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400" y="2676525"/>
            <a:ext cx="38100" cy="1828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40042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71475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0290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400425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71475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4029075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About Thiranex &amp;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Company background and core learning objectives during the 1-month program.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3150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Domain: Full Stack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5075" y="6153150"/>
            <a:ext cx="1821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Duration: 1 Month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2981325"/>
            <a:ext cx="61507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Thiranex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298132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3371850"/>
            <a:ext cx="58578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Technology Solutions: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Web and mobile app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3686175"/>
            <a:ext cx="58578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Digital Transformation: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Cutting-edge software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4000500"/>
            <a:ext cx="58578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Modern Architectures: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Enterprise-grade tech stacks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300" y="3371850"/>
            <a:ext cx="5600700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Practical Experience: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Hands-on MERN stack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300" y="3686175"/>
            <a:ext cx="5600700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Real Workflows: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Agile processes and code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4000500"/>
            <a:ext cx="5600700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Problem Solving: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Analytical thinking on live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38825"/>
            <a:ext cx="10972800" cy="485775"/>
          </a:xfrm>
          <a:prstGeom prst="roundRect">
            <a:avLst>
              <a:gd name="adj" fmla="val 2352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8425"/>
            <a:ext cx="2571750" cy="17526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9950" y="2638425"/>
            <a:ext cx="2571750" cy="17526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638425"/>
            <a:ext cx="2571750" cy="17526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0650" y="2638425"/>
            <a:ext cx="2571750" cy="17526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838825"/>
            <a:ext cx="38100" cy="4857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2" y="2962275"/>
            <a:ext cx="39052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2962275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2962275"/>
            <a:ext cx="3048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2212" y="2962275"/>
            <a:ext cx="428625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Full Stack Development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Spanning every layer of modern web applications from user interfaces to database storage.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991225"/>
            <a:ext cx="11315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65F46"/>
                </a:solidFill>
                <a:latin typeface="Plus Jakarta Sans"/>
              </a:rPr>
              <a:t>The Complete Picture: Connecting robust server logic with intuitive user experiences.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807" y="3486150"/>
            <a:ext cx="26753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506" y="3781425"/>
            <a:ext cx="25479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UI, responsive design, and rich interactivity.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8157" y="3486150"/>
            <a:ext cx="26753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1856" y="3781425"/>
            <a:ext cx="25479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APIs, authentication, and business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8507" y="3486150"/>
            <a:ext cx="26753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2206" y="3781425"/>
            <a:ext cx="25479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Data persistence, queries, and optimization.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8857" y="3486150"/>
            <a:ext cx="26753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2556" y="3781425"/>
            <a:ext cx="25479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Seamless cross-layer communication.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5372100" cy="4343400"/>
          </a:xfrm>
          <a:prstGeom prst="roundRect">
            <a:avLst>
              <a:gd name="adj" fmla="val 35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419225"/>
            <a:ext cx="5372100" cy="4343400"/>
          </a:xfrm>
          <a:prstGeom prst="roundRect">
            <a:avLst>
              <a:gd name="adj" fmla="val 35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0037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000375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Frontend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Building modern, responsive user interfaces using React, HTML5, CSS3, and JavaScript ES6+.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4083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Focus: Cross-device compatibility and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44225" y="6153150"/>
            <a:ext cx="9239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6150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React.js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047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Component-based UI design, state management with custom hooks, and reusable modular widget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486150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HTML, CSS &amp; JS ES6+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80047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Semantic markup, responsive layouts, DOM manipulation, and asynchronous operations for dynamic experiences.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81125"/>
            <a:ext cx="3530500" cy="4419600"/>
          </a:xfrm>
          <a:prstGeom prst="roundRect">
            <a:avLst>
              <a:gd name="adj" fmla="val 3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600" y="1381125"/>
            <a:ext cx="3530649" cy="4419600"/>
          </a:xfrm>
          <a:prstGeom prst="roundRect">
            <a:avLst>
              <a:gd name="adj" fmla="val 37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750" y="1381125"/>
            <a:ext cx="3530500" cy="4419600"/>
          </a:xfrm>
          <a:prstGeom prst="roundRect">
            <a:avLst>
              <a:gd name="adj" fmla="val 3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7350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200" y="1657350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350" y="1657350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Backend Development &amp;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Developing secure server architecture, RESTful endpoints, and robust business logic.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53150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Focus: Scalability, security, and clean data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5650" y="6153150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Module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7400"/>
            <a:ext cx="40337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Node.js &amp;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3625"/>
            <a:ext cx="3168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Server-side runtime with lightweight, flexible routing.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200" y="2057400"/>
            <a:ext cx="40339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RESTful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200" y="2333625"/>
            <a:ext cx="3841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Structured endpoints and middleware pipelines.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350" y="2057400"/>
            <a:ext cx="39116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350" y="2333625"/>
            <a:ext cx="384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JWT token sessions and secure user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5100"/>
            <a:ext cx="5372100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05100"/>
            <a:ext cx="5372100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48000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04800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Database Management &amp; Toolchain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NoSQL data modeling with MongoDB and essential developer tooling.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2214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Industry standard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6125" y="6153150"/>
            <a:ext cx="962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09900"/>
            <a:ext cx="6250781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MongoDB &amp; Mongoose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009900"/>
            <a:ext cx="5676900" cy="23812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Development Toolchain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00425"/>
            <a:ext cx="595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Flexible Schema: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Suited to dynamic application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95700"/>
            <a:ext cx="595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CRUD Operations: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Managed via Mongoose ODM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90975"/>
            <a:ext cx="595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Security &amp; Indexing: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Optimized queries and 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3400425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Git &amp; GitHub: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Version control and team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695700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VS Code: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Integrated environment with productivity extensions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990975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npm &amp; Deployment: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Package management and cloud hosting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52737"/>
            <a:ext cx="210309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26990" y="2928937"/>
            <a:ext cx="210309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4380" y="2928937"/>
            <a:ext cx="210309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61770" y="2852737"/>
            <a:ext cx="210309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79160" y="2928937"/>
            <a:ext cx="210309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89620" y="30813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7010" y="31575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24401" y="31575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41791" y="30813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59181" y="31575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Software Development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Structured phases followed during internship projects at Thiranex.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3150"/>
            <a:ext cx="2155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Agile delivery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8050" y="6153150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745" y="30813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017" y="3538537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213" y="3795712"/>
            <a:ext cx="22478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Plus Jakarta Sans"/>
              </a:rPr>
              <a:t>Requirements and scope definition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4135" y="31575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8407" y="3614737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4603" y="3871912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Plus Jakarta Sans"/>
              </a:rPr>
              <a:t>Architecture and wireframing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1526" y="31575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5797" y="3614737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1994" y="3871912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Plus Jakarta Sans"/>
              </a:rPr>
              <a:t>Coding frontend and APIs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8916" y="30813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3187" y="3538537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9384" y="3795712"/>
            <a:ext cx="22478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Plus Jakarta Sans"/>
              </a:rPr>
              <a:t>Debugging and quality assurance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16306" y="31575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0578" y="3614737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6774" y="3871912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Plus Jakarta Sans"/>
              </a:rPr>
              <a:t>Production release and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5100"/>
            <a:ext cx="5372100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563266"/>
            <a:ext cx="5372100" cy="2055316"/>
          </a:xfrm>
          <a:prstGeom prst="roundRect">
            <a:avLst>
              <a:gd name="adj" fmla="val 74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1619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24275"/>
            <a:ext cx="1619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19550"/>
            <a:ext cx="16192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Takeaways &amp; Skills Acquired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Bridging the gap between academic learning and professional software engineering.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53150"/>
            <a:ext cx="3345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Submitted to IILM University, Greater Noida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77550" y="6153150"/>
            <a:ext cx="990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09900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Professional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868066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Internship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258591"/>
            <a:ext cx="48577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"This internship at Thiranex provided transformative, hands-on exposure to complete full-stack lifecycles, significantly boosting technical confidence and career readiness."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4142333"/>
            <a:ext cx="5676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— Areeb Hasan (2410031705)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00425"/>
            <a:ext cx="5953125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MERN Mastery: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End-to-end full stack application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95700"/>
            <a:ext cx="5953125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Teamwork: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Agile sprints and active code review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0975"/>
            <a:ext cx="5953125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Problem Solving: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Debugging complex integration issues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7250" y="4162425"/>
            <a:ext cx="28575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7250" y="4162425"/>
            <a:ext cx="285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9547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87" y="2105025"/>
            <a:ext cx="428625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08314" y="2886075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0359" y="3619500"/>
            <a:ext cx="2631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0062" y="4400550"/>
            <a:ext cx="3571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Areeb Hasan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0062" y="4600575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School of Computer Science and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0062" y="4810125"/>
            <a:ext cx="357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